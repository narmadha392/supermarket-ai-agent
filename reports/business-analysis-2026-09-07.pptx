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Daily Sales (Rs.)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2026-09-05</c:v>
                  </c:pt>
                  <c:pt idx="1">
                    <c:v>2026-09-06</c:v>
                  </c:pt>
                  <c:pt idx="2">
                    <c:v>2026-09-07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4116</c:v>
                </c:pt>
                <c:pt idx="1">
                  <c:v>956</c:v>
                </c:pt>
                <c:pt idx="2">
                  <c:v>1338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Payment 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86C1"/>
              </a:solidFill>
              <a:effectLst/>
            </c:spPr>
          </c:dPt>
          <c:dPt>
            <c:idx val="1"/>
            <c:bubble3D val="0"/>
            <c:spPr>
              <a:solidFill>
                <a:srgbClr val="E67E2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Cash</c:v>
                </c:pt>
                <c:pt idx="1">
                  <c:v>Credit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6256</c:v>
                </c:pt>
                <c:pt idx="1">
                  <c:v>154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(Rs.)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Maggi 70g</c:v>
                  </c:pt>
                  <c:pt idx="1">
                    <c:v>Sugar</c:v>
                  </c:pt>
                  <c:pt idx="2">
                    <c:v>Aashirvaad Atta 5kg</c:v>
                  </c:pt>
                  <c:pt idx="3">
                    <c:v>Parle-G Biscuits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4270</c:v>
                </c:pt>
                <c:pt idx="1">
                  <c:v>1260</c:v>
                </c:pt>
                <c:pt idx="2">
                  <c:v>750</c:v>
                </c:pt>
                <c:pt idx="3">
                  <c:v>130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 Stock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Maggi 70g</c:v>
                  </c:pt>
                  <c:pt idx="1">
                    <c:v>Sugar</c:v>
                  </c:pt>
                  <c:pt idx="2">
                    <c:v>Aashirvaad Atta 5kg</c:v>
                  </c:pt>
                  <c:pt idx="3">
                    <c:v>Amul Butter 100g</c:v>
                  </c:pt>
                  <c:pt idx="4">
                    <c:v>Parle-G Biscuits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215</c:v>
                </c:pt>
                <c:pt idx="1">
                  <c:v>72</c:v>
                </c:pt>
                <c:pt idx="2">
                  <c:v>17</c:v>
                </c:pt>
                <c:pt idx="3">
                  <c:v>15</c:v>
                </c:pt>
                <c:pt idx="4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202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4E79"/>
                </a:solidFill>
              </a:rPr>
              <a:t>Narmadha Supermarket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Business Analysis Report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35661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77777"/>
                </a:solidFill>
              </a:rPr>
              <a:t>Generated on 7 Sept 2026, 11:09 pm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Sales Overview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EAF2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002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</a:rPr>
              <a:t>Rs.6410.00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Total Sales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88920" y="146304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EAF2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88920" y="16002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</a:rPr>
              <a:t>33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88920" y="22402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Finalized Bills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120640" y="146304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EAF2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16002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</a:rPr>
              <a:t>Rs.6256.00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20640" y="22402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Cash Sales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52360" y="146304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EAF2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52360" y="16002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</a:rPr>
              <a:t>Rs.154.00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52360" y="22402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Credit Sales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784080" y="146304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EAF2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0" y="16002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</a:rPr>
              <a:t>Rs.537.37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784080" y="22402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Total GST Collected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Sales Trend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11274552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Payment Analysis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286000" y="1188720"/>
          <a:ext cx="73152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Top Selling Products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943600" cy="2743200"/>
        </p:xfrm>
        <a:graphic>
          <a:graphicData uri="http://schemas.openxmlformats.org/drawingml/2006/table">
            <a:tbl>
              <a:tblPr/>
              <a:tblGrid>
                <a:gridCol w="1981200"/>
                <a:gridCol w="1981200"/>
                <a:gridCol w="19812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Product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Qty Sold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Revenue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Maggi 70g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305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Rs.4270.00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Sugar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Rs.1260.00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Aashirvaad Atta 5kg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Rs.750.00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Parle-G Biscuits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Rs.130.00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Chart 0" descr=""/>
          <p:cNvGraphicFramePr/>
          <p:nvPr/>
        </p:nvGraphicFramePr>
        <p:xfrm>
          <a:off x="6675120" y="1188720"/>
          <a:ext cx="50292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Inventory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5 products tracked   |   326 total stock units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57607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92240" y="14630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Low Stock (1)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92240" y="1874520"/>
            <a:ext cx="5212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Parle-G Biscuits: 7 packet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92240" y="39319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Out of Stock (0)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92240" y="4343400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None — no products are currently out of stock.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Business Insights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Highest revenue product: Maggi 70g (Rs.4270.00 from 305 units sold).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Best-selling product by quantity: Maggi 70g (305 units sold).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Payment split: 98% cash, 2% credit (by sales value).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Total GST collected so far: Rs.537.37.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1 product(s) are currently low on stock and may need restocking.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Narmadha Supermarket - Business Analysis Report</dc:title>
  <dc:subject>PptxGenJS Presentation</dc:subject>
  <dc:creator>PptxGenJS</dc:creator>
  <cp:lastModifiedBy>PptxGenJS</cp:lastModifiedBy>
  <cp:revision>1</cp:revision>
  <dcterms:created xsi:type="dcterms:W3CDTF">2026-09-07T17:39:50Z</dcterms:created>
  <dcterms:modified xsi:type="dcterms:W3CDTF">2026-09-07T17:39:50Z</dcterms:modified>
</cp:coreProperties>
</file>