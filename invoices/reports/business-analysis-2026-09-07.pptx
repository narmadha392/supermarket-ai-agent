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Sales (Rs.)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2026-09-05</c:v>
                  </c:pt>
                  <c:pt idx="1">
                    <c:v>2026-09-06</c:v>
                  </c:pt>
                  <c:pt idx="2">
                    <c:v>2026-09-07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4116</c:v>
                </c:pt>
                <c:pt idx="1">
                  <c:v>956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Cash</c:v>
                </c:pt>
                <c:pt idx="1">
                  <c:v>Credit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4974</c:v>
                </c:pt>
                <c:pt idx="1">
                  <c:v>112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(Rs.)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Maggi 70g</c:v>
                  </c:pt>
                  <c:pt idx="1">
                    <c:v>Sugar</c:v>
                  </c:pt>
                  <c:pt idx="2">
                    <c:v>Parle-G Biscuits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3976</c:v>
                </c:pt>
                <c:pt idx="1">
                  <c:v>990</c:v>
                </c:pt>
                <c:pt idx="2">
                  <c:v>120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Stock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Sugar</c:v>
                  </c:pt>
                  <c:pt idx="1">
                    <c:v>Maggi 70g</c:v>
                  </c:pt>
                  <c:pt idx="2">
                    <c:v>Aashirvaad Atta 5kg</c:v>
                  </c:pt>
                  <c:pt idx="3">
                    <c:v>Amul Butter 100g</c:v>
                  </c:pt>
                  <c:pt idx="4">
                    <c:v>Parle-G Biscuits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36</c:v>
                </c:pt>
                <c:pt idx="2">
                  <c:v>20</c:v>
                </c:pt>
                <c:pt idx="3">
                  <c:v>15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4E79"/>
                </a:solidFill>
              </a:rPr>
              <a:t>Your Supermarket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33333"/>
                </a:solidFill>
              </a:rPr>
              <a:t>Business Analysis Report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</a:rPr>
              <a:t>Generated on 7 Sept 2026, 1:08 pm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Sales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Rs.5086.00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8892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8892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Finalized Bills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Rs.4974.00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Cash Sales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5236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Rs.112.00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5236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Credit Sales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784080" y="146304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0" y="160020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Rs.491.47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84080" y="22402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Total GST Collected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Sales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11274552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Payment Analysis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286000" y="118872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Top Selling Products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943600" cy="2743200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Qty Sold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Maggi 70g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Rs.3976.00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Sugar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Rs.990.00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Parle-G Biscuits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Rs.120.00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6675120" y="1188720"/>
          <a:ext cx="5029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Inventory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5 products tracked   |   157 total stock units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7607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9224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Low Stock (1)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92240" y="1874520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Parle-G Biscuits: 8 packet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3931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Out of Stock (0)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92240" y="43434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None — no products are currently out of stock.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Business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Highest revenue product: Maggi 70g (Rs.3976.00 from 284 units sold).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Best-selling product by quantity: Maggi 70g (284 units sold).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Payment split: 98% cash, 2% credit (by sales value).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Total GST collected so far: Rs.491.47.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</a:rPr>
              <a:t>1 product(s) are currently low on stock and may need restocking.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Supermarket - Business Analysis Report</dc:title>
  <dc:subject>PptxGenJS Presentation</dc:subject>
  <dc:creator>PptxGenJS</dc:creator>
  <cp:lastModifiedBy>PptxGenJS</cp:lastModifiedBy>
  <cp:revision>1</cp:revision>
  <dcterms:created xsi:type="dcterms:W3CDTF">2026-09-07T07:38:22Z</dcterms:created>
  <dcterms:modified xsi:type="dcterms:W3CDTF">2026-09-07T07:38:22Z</dcterms:modified>
</cp:coreProperties>
</file>